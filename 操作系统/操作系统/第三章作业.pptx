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355" y="334010"/>
            <a:ext cx="10930255" cy="7080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6370" y="1575435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410" y="1634490"/>
            <a:ext cx="10282555" cy="775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2255" y="4885055"/>
            <a:ext cx="3677920" cy="4235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8270" y="4885055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41300"/>
            <a:ext cx="10854690" cy="19170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255" y="769620"/>
            <a:ext cx="5708650" cy="58667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365760"/>
            <a:ext cx="11292205" cy="17627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3183890"/>
            <a:ext cx="10833100" cy="16167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7180" y="2639060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97180" y="2639060"/>
            <a:ext cx="1671955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 :</a:t>
            </a:r>
            <a:endParaRPr lang="en-US" altLang="zh-CN" sz="2400" b="1">
              <a:solidFill>
                <a:srgbClr val="FF0000"/>
              </a:solidFill>
            </a:endParaRPr>
          </a:p>
          <a:p>
            <a:r>
              <a:rPr lang="zh-CN" altLang="en-US" sz="2400" b="1"/>
              <a:t>（</a:t>
            </a:r>
            <a:r>
              <a:rPr lang="en-US" altLang="zh-CN" sz="2400" b="1"/>
              <a:t>a) 2</a:t>
            </a:r>
            <a:r>
              <a:rPr lang="en-US" altLang="zh-CN" sz="2400" b="1" baseline="30000"/>
              <a:t>36</a:t>
            </a:r>
            <a:r>
              <a:rPr lang="en-US" altLang="zh-CN" sz="2400" b="1"/>
              <a:t> </a:t>
            </a:r>
            <a:endParaRPr lang="en-US" altLang="zh-CN" sz="2400" b="1"/>
          </a:p>
          <a:p>
            <a:endParaRPr lang="en-US" altLang="zh-CN" sz="2400" b="1" baseline="30000"/>
          </a:p>
          <a:p>
            <a:endParaRPr lang="en-US" altLang="zh-CN" sz="2400" b="1" baseline="300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240665"/>
            <a:ext cx="10076180" cy="2398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365760"/>
            <a:ext cx="11292205" cy="17627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50" y="3183890"/>
            <a:ext cx="10833100" cy="16167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7180" y="2639060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/>
              <a:t>：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97180" y="2639060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505" y="3099435"/>
            <a:ext cx="9431655" cy="33375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05" y="520700"/>
            <a:ext cx="1054227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2926080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3559810"/>
            <a:ext cx="10446385" cy="11347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" y="797560"/>
            <a:ext cx="11007725" cy="1240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2249805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" y="655955"/>
            <a:ext cx="11538585" cy="14839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90" y="2820035"/>
            <a:ext cx="10136505" cy="17792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1843405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0" y="459740"/>
            <a:ext cx="10817225" cy="1079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70" y="2303780"/>
            <a:ext cx="5753100" cy="41884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1903095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349885"/>
            <a:ext cx="11159490" cy="14935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51230" y="2423160"/>
            <a:ext cx="51631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30. The counters are</a:t>
            </a:r>
            <a:endParaRPr lang="en-US" altLang="zh-CN" sz="2400" b="1"/>
          </a:p>
          <a:p>
            <a:r>
              <a:rPr lang="en-US" altLang="zh-CN" sz="2400"/>
              <a:t>Page 0 : 01101110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Page 1 : 01001001</a:t>
            </a:r>
            <a:endParaRPr lang="en-US" altLang="zh-CN" sz="2400">
              <a:sym typeface="+mn-ea"/>
            </a:endParaRPr>
          </a:p>
          <a:p>
            <a:r>
              <a:rPr lang="en-US" altLang="zh-CN" sz="2400"/>
              <a:t>Page 2 : 00110111</a:t>
            </a:r>
            <a:endParaRPr lang="en-US" altLang="zh-CN" sz="2400"/>
          </a:p>
          <a:p>
            <a:r>
              <a:rPr lang="en-US" altLang="zh-CN" sz="2400"/>
              <a:t>Page 3 : 10001011</a:t>
            </a:r>
            <a:endParaRPr lang="en-US" altLang="zh-CN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1903095"/>
            <a:ext cx="11430000" cy="4861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为了让首次置换选择不同，我们需要设计一个引用序列，使得在帧满后首次发生页面错误时：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LRU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算法认为页面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是最久未使用的，替换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算法在扫描时，由于访问位的状态和指针位置，跳过页面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而替换页面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示例：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012120     3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进入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LRU:  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换掉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Clock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换掉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重要概念：指针何时不移动？</a:t>
            </a:r>
            <a:endParaRPr lang="zh-CN" altLang="en-US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当页面被访问（读取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写入）时，指针不移动。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​ 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这种情况下，只会设置该页面对应帧的访问位为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，但时钟指针的位置保持不变。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AutoNum type="arabicPeriod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指针的移动只发生在需要置换页面并进行扫描的过程中。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35" y="539750"/>
            <a:ext cx="10666095" cy="13633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2936240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424815"/>
            <a:ext cx="11125835" cy="24142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" y="3559810"/>
            <a:ext cx="9997440" cy="24263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2778760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272415"/>
            <a:ext cx="11069320" cy="24587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45" y="3347720"/>
            <a:ext cx="10846435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745" y="2606040"/>
            <a:ext cx="1671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Answer</a:t>
            </a:r>
            <a:r>
              <a:rPr lang="zh-CN" altLang="en-US" sz="2400" b="1">
                <a:solidFill>
                  <a:srgbClr val="FF0000"/>
                </a:solidFill>
              </a:rPr>
              <a:t>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" y="335915"/>
            <a:ext cx="11109325" cy="21456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" y="3108325"/>
            <a:ext cx="10590530" cy="1971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WPS 演示</Application>
  <PresentationFormat>宽屏</PresentationFormat>
  <Paragraphs>49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Cui</dc:creator>
  <cp:lastModifiedBy>innocent</cp:lastModifiedBy>
  <cp:revision>5</cp:revision>
  <dcterms:created xsi:type="dcterms:W3CDTF">2023-08-09T12:44:00Z</dcterms:created>
  <dcterms:modified xsi:type="dcterms:W3CDTF">2025-12-01T16:40:36Z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2562F8A9DB71482FB538B5E169BB3B0B_12</vt:lpwstr>
  </property>
</Properties>
</file>